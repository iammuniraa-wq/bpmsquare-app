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83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Management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Costing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015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 ·  who it serves  ·  how it works  ·  how to configure it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BPMSquare  ·  September 2026  ·  Release 1 (attribution)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per job, from the punches you already collect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many hours did we actually put into that job?”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848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punch already records who, when and where. Project costing adds one more fact — what for — and the hours roll up on their own. Nobody fills in a timesheet.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3429000" cy="1920240"/>
          </a:xfrm>
          <a:prstGeom prst="roundRect">
            <a:avLst>
              <a:gd name="adj" fmla="val 4286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22783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77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taps at the kiosk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793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roster carries it; the punch inherits 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51960" y="3063240"/>
            <a:ext cx="3429000" cy="1920240"/>
          </a:xfrm>
          <a:prstGeom prst="roundRect">
            <a:avLst>
              <a:gd name="adj" fmla="val 4286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322783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977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to configure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42793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Two, if a site runs more than one project.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3063240"/>
            <a:ext cx="3429000" cy="1920240"/>
          </a:xfrm>
          <a:prstGeom prst="roundRect">
            <a:avLst>
              <a:gd name="adj" fmla="val 4286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0" y="3227832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3977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a punch is attributed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2793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Roster, site default, or flagged unassigned.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hours use the same engine and the same break-deduction setting as the timesheet, so the two screens can never contradict each other.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serves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 on a punch, and four different people stop guessing.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7627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&amp;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jobs are eating the labour?”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58768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by job, so an unprofitable contract is visible while it is still running — not at year 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11880" y="217627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job on track?”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58768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consumed against the budget set for the job, and who has been on 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17627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Payroll &amp;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 we invoice for this month?”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858768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Attendance-backed hours per client job, instead of a spreadsheet rebuilt by hand each month.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540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89720" y="217627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am I paying for?”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3858768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traceable to real punches with time, place and photo behind them — not a claim.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needs new data collection — it is the attendance you are already capturing, asked a better question.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works, end to end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Only the second one is new — everything else already runs today.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011680" cy="1965960"/>
          </a:xfrm>
          <a:prstGeom prst="roundRect">
            <a:avLst>
              <a:gd name="adj" fmla="val 4186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1344168" y="221284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4416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614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27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or phone,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today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7432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88920" y="2011680"/>
            <a:ext cx="2011680" cy="1965960"/>
          </a:xfrm>
          <a:prstGeom prst="roundRect">
            <a:avLst>
              <a:gd name="adj" fmla="val 4186"/>
            </a:avLst>
          </a:prstGeom>
          <a:solidFill>
            <a:srgbClr val="FDF3E2"/>
          </a:solidFill>
          <a:ln/>
        </p:spPr>
      </p:sp>
      <p:sp>
        <p:nvSpPr>
          <p:cNvPr id="12" name="Shape 10"/>
          <p:cNvSpPr/>
          <p:nvPr/>
        </p:nvSpPr>
        <p:spPr>
          <a:xfrm>
            <a:off x="3584448" y="2212848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8444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7614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127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and STAMPED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7432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0" y="2011680"/>
            <a:ext cx="2011680" cy="1965960"/>
          </a:xfrm>
          <a:prstGeom prst="roundRect">
            <a:avLst>
              <a:gd name="adj" fmla="val 4186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4728" y="221284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2472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27614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127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to check-out,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its project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7432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269480" y="2011680"/>
            <a:ext cx="2011680" cy="1965960"/>
          </a:xfrm>
          <a:prstGeom prst="roundRect">
            <a:avLst>
              <a:gd name="adj" fmla="val 4186"/>
            </a:avLst>
          </a:prstGeom>
          <a:solidFill>
            <a:srgbClr val="F4F6F8"/>
          </a:solidFill>
          <a:ln/>
        </p:spPr>
      </p:sp>
      <p:sp>
        <p:nvSpPr>
          <p:cNvPr id="24" name="Shape 22"/>
          <p:cNvSpPr/>
          <p:nvPr/>
        </p:nvSpPr>
        <p:spPr>
          <a:xfrm>
            <a:off x="8065008" y="221284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6500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7614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 up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127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summed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27432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3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509760" y="2011680"/>
            <a:ext cx="2011680" cy="1965960"/>
          </a:xfrm>
          <a:prstGeom prst="roundRect">
            <a:avLst>
              <a:gd name="adj" fmla="val 4186"/>
            </a:avLst>
          </a:prstGeom>
          <a:solidFill>
            <a:srgbClr val="F4F6F8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05288" y="221284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0528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27614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646920" y="3127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headcount,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vs actual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29768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FAFBF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400" y="448056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“stamped” is the word that matters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484632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 written onto the punch at the moment it happens, and never recalculated afterwards. Change a roster tomorrow, rename a project, relink a site — last month's hours do not move. That is what makes the figures safe to bill from and safe to audit.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session carries its own project, one person can move between two jobs in a day and the hours split correctly.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punch gets its project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match wins. Every punch is stamped once, at the moment it happens.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881360" cy="1170432"/>
          </a:xfrm>
          <a:prstGeom prst="roundRect">
            <a:avLst>
              <a:gd name="adj" fmla="val 7031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3172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1488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Roster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5511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supervisor rostered this person to a project for the day.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23500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instruction — always wins.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10881360" cy="1170432"/>
          </a:xfrm>
          <a:prstGeom prst="roundRect">
            <a:avLst>
              <a:gd name="adj" fmla="val 7031"/>
            </a:avLst>
          </a:prstGeom>
          <a:solidFill>
            <a:srgbClr val="F4F6F8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70332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520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 default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922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has exactly one Active project on that date.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3721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Automatic. Nothing to configure.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10881360" cy="1170432"/>
          </a:xfrm>
          <a:prstGeom prst="roundRect">
            <a:avLst>
              <a:gd name="adj" fmla="val 7031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507492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48920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Unassigned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52943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 share the site, or the punch had no site.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50932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the supervisor, never guessed.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resolves to unassigned, never to a guess — a supervisor can fix a blank, but cannot spot a wrong one.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NOTE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geofence doesn't decide the project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UKG/Kronos, ADP, Workday, ClockShark and busybusy all separate the two.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40280"/>
            <a:ext cx="420624" cy="420624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267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fence proves presence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7614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they on site when they punched? That is what GPS can answer.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196596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4F6F8"/>
          </a:solidFill>
          <a:ln/>
        </p:spPr>
      </p:sp>
      <p:sp>
        <p:nvSpPr>
          <p:cNvPr id="11" name="Shape 9"/>
          <p:cNvSpPr/>
          <p:nvPr/>
        </p:nvSpPr>
        <p:spPr>
          <a:xfrm>
            <a:off x="6446520" y="2240280"/>
            <a:ext cx="420624" cy="420624"/>
          </a:xfrm>
          <a:prstGeom prst="ellipse">
            <a:avLst/>
          </a:prstGeom>
          <a:solidFill>
            <a:srgbClr val="A32D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13448" y="2267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name the job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7614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says where someone stood, not what they worked on.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“one site = one project” breaks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 can run at one site at once — the hours can't be split.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365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 can span several sites — its hours scatter.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389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outlive projects — editing the link would silently rewrite history.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the roster, not the map, is where a project is chosen.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· PREREQUISITES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start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must already be true, or the module cannot be switched 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881360" cy="1737360"/>
          </a:xfrm>
          <a:prstGeom prst="roundRect">
            <a:avLst>
              <a:gd name="adj" fmla="val 4737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8600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219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migration applied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64261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supabase/migrations/0104_wfm_projects.sql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935224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by hand in the Supabase SQL editor, once per environment. Nothing applies it automatically. Until it runs, the Projects screen shows a plain “migration not run” note — no other screen changes.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0881360" cy="1737360"/>
          </a:xfrm>
          <a:prstGeom prst="roundRect">
            <a:avLst>
              <a:gd name="adj" fmla="val 4737"/>
            </a:avLst>
          </a:prstGeom>
          <a:solidFill>
            <a:srgbClr val="F4F6F8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25196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1879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Workforce module already live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60857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features.wfm  =  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901184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costing sits inside WFM. The tenant needs employees, sites and shifts configured and people already punching, because attribution reads the punches.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SQL alone changes nothing visible — the feature stays hidden until the flag below is set.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switch the module 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administrator only. This is the single switch that makes the feature exist.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766560" cy="2286000"/>
          </a:xfrm>
          <a:prstGeom prst="roundRect">
            <a:avLst>
              <a:gd name="adj" fmla="val 3600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3230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/admin/tenants/&lt;tenant&gt;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 ›  Core modules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1638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5643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“Workforce — Project Costing”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221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then reload the app.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543800" y="1920240"/>
            <a:ext cx="3886200" cy="2286000"/>
          </a:xfrm>
          <a:prstGeom prst="roundRect">
            <a:avLst>
              <a:gd name="adj" fmla="val 3600"/>
            </a:avLst>
          </a:prstGeom>
          <a:solidFill>
            <a:srgbClr val="FAFB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0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4871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› Projects in the nav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column on the Roster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3547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Hours-per-project reporting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61772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by default, and a missing setting reads as off.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8348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separate flag from Workforce itself, so an attendance-only client gains nothing — no nav item, no dropdown, no column, no API. Absent, not greyed out. Turning it back off hides everything again; the data is kept.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create the projects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› Projects › + Add Project.  Tenant administrators only.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987552"/>
          </a:xfrm>
          <a:prstGeom prst="roundRect">
            <a:avLst>
              <a:gd name="adj" fmla="val 8333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66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name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1031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3230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mandatory field.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349240" cy="987552"/>
          </a:xfrm>
          <a:prstGeom prst="roundRect">
            <a:avLst>
              <a:gd name="adj" fmla="val 8333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066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/ contract no.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21031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43230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client's own reference.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90672"/>
            <a:ext cx="5349240" cy="987552"/>
          </a:xfrm>
          <a:prstGeom prst="roundRect">
            <a:avLst>
              <a:gd name="adj" fmla="val 8333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32369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3273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602736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Active projects absorb punches.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3090672"/>
            <a:ext cx="5349240" cy="987552"/>
          </a:xfrm>
          <a:prstGeom prst="roundRect">
            <a:avLst>
              <a:gd name="adj" fmla="val 8333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32369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/ end date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32735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602736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cannot precede start.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261104"/>
            <a:ext cx="5349240" cy="987552"/>
          </a:xfrm>
          <a:prstGeom prst="roundRect">
            <a:avLst>
              <a:gd name="adj" fmla="val 8333"/>
            </a:avLst>
          </a:prstGeom>
          <a:solidFill>
            <a:srgbClr val="F4F6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4074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hours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44439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77316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budget-vs-actual figure.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4261104"/>
            <a:ext cx="5349240" cy="987552"/>
          </a:xfrm>
          <a:prstGeom prst="roundRect">
            <a:avLst>
              <a:gd name="adj" fmla="val 8333"/>
            </a:avLst>
          </a:prstGeom>
          <a:solidFill>
            <a:srgbClr val="F4F6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0" y="44074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44439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77316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project is worked — see step 3.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AFB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687568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ID (PRJ-0001) is generated automatically — nobody types one. Status is the live control: set a project to Completed or On hold and it stops absorbing new punches that day, with no need to unlink its sites.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3 and 4 — sites, then the roster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tenants only need step 3. Step 4 exists for the sites that need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3429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31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 each project to its sites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761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project itself, not the site.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1089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with exactly one Active project attributes every punch there automatically. For most sites this is the entire configuration — nothing else to set, and nothing for the employee to remember.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251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Active projects on one site → punches go Unassigned until step 4.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920240"/>
            <a:ext cx="5349240" cy="3429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231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Roster people to a project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779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Workforce › Roster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1089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employees and a date range, choose the shift, then pick a Project and apply. Supervisors and administrators can both do this.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251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needed where a site runs more than one project — otherwise skip it entirely.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marked as a day off never carries a project — there is no work to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see and do what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top of the module flag, access follows the roles WFM already uses.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219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admin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2402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module on or off for a tenant.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73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Tenant admin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32918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Everything: create, edit and delete projects; link sites; roster; view hours.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43251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43434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projects and hours, and rosters people to them. Cannot create or delete a project.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AFB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53766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A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53949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nothing. No project appears anywhere in their app or on the kiosk.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Roles apply as usual: the Workforce workcenter must be granted before any of it is reachable.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that it works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minutes, in order. Each step proves one of the three attribution paths.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084832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48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one Active project and tick a single site.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1671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AFBFC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880360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294436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someone punch in at that site.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9626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punch — this matters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3675888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73989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› Projects — the hours appear under that project.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7581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site default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5254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AFBFC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4471416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471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81328" y="4535424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Active project on the same site, punch again → Unassigned.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45537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ambiguity guard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148072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8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5266944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68680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330952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that person to a project, punch again → attributed to it.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53492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roster wins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6035040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DF3E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400" y="618134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happens at punch time. Punches made before the module was switched on are not back-filled — you need a fresh punch to see anything.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get 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420624" cy="420624"/>
          </a:xfrm>
          <a:prstGeom prst="ellipse">
            <a:avLst/>
          </a:prstGeom>
          <a:solidFill>
            <a:srgbClr val="1522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8013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per project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18541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to date, 90 days or a year — with headcount and session count beside each figure.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474720"/>
            <a:ext cx="420624" cy="420624"/>
          </a:xfrm>
          <a:prstGeom prst="ellipse">
            <a:avLst/>
          </a:prstGeom>
          <a:solidFill>
            <a:srgbClr val="1522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474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32644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vs actual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64845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budget in hours is set: the percentage consumed, and a clear marker once it goes over.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37760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7274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Unassigned, in plain sight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511149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Unattributed hours carry the same weight as everything else — if most hours are unattributed, that is the headline.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duration reads as h:mm — 12h 59m, never 12.98.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in layers — nobody gets what they didn't buy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level is its own switch. An attendance-only client never sees a rate field.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340864"/>
            <a:ext cx="420624" cy="420624"/>
          </a:xfrm>
          <a:prstGeom prst="ellipse">
            <a:avLst/>
          </a:prstGeom>
          <a:solidFill>
            <a:srgbClr val="E09A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4140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40156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per project.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money anywhere.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37560" y="210312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3592" y="2340864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93592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24140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rates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40156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hours cost you, per project.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382512" y="2340864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4140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cards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340156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margin and utilisation.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915400" y="210312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24" name="Shape 22"/>
          <p:cNvSpPr/>
          <p:nvPr/>
        </p:nvSpPr>
        <p:spPr>
          <a:xfrm>
            <a:off x="9171432" y="2340864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1432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140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approval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171432" y="340156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Invoice-ready timesheets.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market: overtime multipliers, Ramadan working hours and WPS payroll files are separate features on the same foundation — the data model already leaves room for them.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already punch in.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costing just asks what for.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 it 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15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Run 0104 on the database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4315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Tick the flag in /admin/tenants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646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Create projects, tick their sites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48646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Roster only where a site has two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WFM Project Costing</dc:title>
  <dc:subject>PptxGenJS Presentation</dc:subject>
  <dc:creator>BPMSquare</dc:creator>
  <cp:lastModifiedBy>BPMSquare</cp:lastModifiedBy>
  <cp:revision>1</cp:revision>
  <dcterms:created xsi:type="dcterms:W3CDTF">2026-09-04T07:03:46Z</dcterms:created>
  <dcterms:modified xsi:type="dcterms:W3CDTF">2026-09-04T07:03:46Z</dcterms:modified>
</cp:coreProperties>
</file>