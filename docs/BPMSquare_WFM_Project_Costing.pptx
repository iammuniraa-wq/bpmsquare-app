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83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Management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Costing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015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how many hours went into each project — without anyone filling in a timesheet.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BPMSquare  · 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it answers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many hours did we actually put into that project?”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59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43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tells you someone worked 9 hours.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tell you which project those 9 hours went to.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40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project hours get rebuilt by hand, from memory, at month end.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21488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EAF5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3591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project costing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743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punch also records which project it was for.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add up per project on their own, as people work.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8404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end is a screen you open, not a spreadsheet you rebuild.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10881360" cy="1143000"/>
          </a:xfrm>
          <a:prstGeom prst="roundRect">
            <a:avLst>
              <a:gd name="adj" fmla="val 7200"/>
            </a:avLst>
          </a:prstGeom>
          <a:solidFill>
            <a:srgbClr val="FAFB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98348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changes for the people punching.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35838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screen, no extra tap, no timesheet. They punch exactly as they do now — the project is worked out for them.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helps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extra fact on a punch, and four different people stop guessing.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 &amp;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projects are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eating the labour?”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unprofitable project while it is still running, not at year 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1188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project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track?”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used against the hours budgeted, and who has been on it.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 &amp;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billing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 we invoice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month?”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per project, ready to bill — not a spreadsheet rebuilt by hand.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15400" y="1920240"/>
            <a:ext cx="2606040" cy="3703320"/>
          </a:xfrm>
          <a:prstGeom prst="roundRect">
            <a:avLst>
              <a:gd name="adj" fmla="val 3158"/>
            </a:avLst>
          </a:prstGeom>
          <a:solidFill>
            <a:srgbClr val="FDF3E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89720" y="212140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189720" y="2926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am I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i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for?”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189720" y="3931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backed by real punches with time, place and photo behind them.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needs no new data collection — it is the attendance you already capture, asked a better question.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a punch finds its project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link a project to whatever fits. Any mix, or nothing at all.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9F0F7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48840"/>
            <a:ext cx="411480" cy="411480"/>
          </a:xfrm>
          <a:prstGeom prst="ellipse">
            <a:avLst/>
          </a:prstGeom>
          <a:solidFill>
            <a:srgbClr val="2F6DA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7627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D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roster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supervisor put this person on a project for that date.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2037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everything — an instruction about one day.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443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AF5F0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172968"/>
            <a:ext cx="411480" cy="411480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employee is linked to a project.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2278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them wherever they punch.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68496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FEDF9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4197096"/>
            <a:ext cx="411480" cy="411480"/>
          </a:xfrm>
          <a:prstGeom prst="ellipse">
            <a:avLst/>
          </a:prstGeom>
          <a:solidFill>
            <a:srgbClr val="6A5BC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197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2245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5B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2428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shift is linked to a project.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4251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working that shift.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992624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DF3E2"/>
          </a:solidFill>
          <a:ln/>
        </p:spPr>
      </p:sp>
      <p:sp>
        <p:nvSpPr>
          <p:cNvPr id="24" name="Shape 22"/>
          <p:cNvSpPr/>
          <p:nvPr/>
        </p:nvSpPr>
        <p:spPr>
          <a:xfrm>
            <a:off x="868680" y="5221224"/>
            <a:ext cx="411480" cy="411480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5221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24865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Sites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52669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site has exactly one live project.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52760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quiet default. Nothing to configure.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608076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FAFB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624535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match wins, top to bottom. If a step finds two projects at once, the hours are left Unassigned rather than guessed — you see them on the Projects screen and settle it on the roster.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example we'll follow through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maintenance contractor with three projects running at the same time.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429000" cy="2286000"/>
          </a:xfrm>
          <a:prstGeom prst="roundRect">
            <a:avLst>
              <a:gd name="adj" fmla="val 3600"/>
            </a:avLst>
          </a:prstGeom>
          <a:solidFill>
            <a:srgbClr val="F4F6F8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94560"/>
            <a:ext cx="457200" cy="457200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2311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Tower 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 runs here: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overhaul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5661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by SITE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51960" y="1920240"/>
            <a:ext cx="3429000" cy="2286000"/>
          </a:xfrm>
          <a:prstGeom prst="roundRect">
            <a:avLst>
              <a:gd name="adj" fmla="val 3600"/>
            </a:avLst>
          </a:prstGeom>
          <a:solidFill>
            <a:srgbClr val="F4F6F8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2194560"/>
            <a:ext cx="457200" cy="457200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2311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Meena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88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specialist project: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rewiring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5661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by PERSON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55280" y="1920240"/>
            <a:ext cx="3474720" cy="2286000"/>
          </a:xfrm>
          <a:prstGeom prst="roundRect">
            <a:avLst>
              <a:gd name="adj" fmla="val 3600"/>
            </a:avLst>
          </a:prstGeom>
          <a:solidFill>
            <a:srgbClr val="F4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75320" y="2194560"/>
            <a:ext cx="457200" cy="457200"/>
          </a:xfrm>
          <a:prstGeom prst="ellipse">
            <a:avLst/>
          </a:prstGeom>
          <a:solidFill>
            <a:srgbClr val="6A5BC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0" y="223113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Night shift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7889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works nights: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maintenance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5661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5B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by SHIFT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66344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Ravi, Anil and Meena punch exactly as they do today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arrive on site and punch in at the kiosk with their face, as always. Nobody chooses a project, types a code, or fills in anything. The next slides show what happens behind each punch.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· THE SAME PLACE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people punch at Tower 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site, same morning — and three different answers, each correct.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DF3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95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Ravi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3134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shift. Nothing personal linked.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2286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27685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 overhaul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3134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site's own project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EAF5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529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Meena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286000" y="35478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to Panel rewiring as a person.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51129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Panel rewiring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0" y="35478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beats the site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EFED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B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Anil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47823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night shift.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47457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Night maintenance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beats the site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made a choice. The links did the work, and the more specific one always won.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· THE HONEST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genuinely cannot tell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project starts at Tower A. Ravi has nothing more specific.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DF3E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214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0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live projects at Tower A, and nothing says which one Ravi is on. His 8h 40m is listed as Unassigned.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290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guessed.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49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project is invisible. A blank one is not.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192024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EAF5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1214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is settled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60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supervisor puts Ravi on one of them for the week, on the roster — the same screen already used for shifts.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4290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hours land there from the next punch.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7490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link him as a person, if it lasts.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FAFB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66344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Unassigned hours are shown, not hidden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047488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sit on the Projects screen with the same weight as every project, in amber. If most of your hours are unattributed, that is the headline — not a footnote.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· THE RESULT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of the month — what you open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spreadsheet was rebuilt. This is the same attendance, grouped by project.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396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Lift overhaul — Tower 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21214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296h 40m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52360" y="2176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320h budget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784080" y="21671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52928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072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Panel rewiring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30540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184h 20m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31089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budget set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784080" y="309981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85616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05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Night maintenance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577840" y="39867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160h 00m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404164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budget set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0" y="40325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people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18304"/>
            <a:ext cx="10881360" cy="777240"/>
          </a:xfrm>
          <a:prstGeom prst="roundRect">
            <a:avLst>
              <a:gd name="adj" fmla="val 10588"/>
            </a:avLst>
          </a:prstGeom>
          <a:solidFill>
            <a:srgbClr val="FDF3E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937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Unassigned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49194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12h 30m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497433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decision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96519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person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7607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FAFB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592531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owner learns in ten seconds:  the lift overhaul has used 93% of its budget and is not finished  ·  night maintenance is costing more than the contract assumed  ·  12 hours are still unattributed and someone should say where they belong.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· STEP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it up — first, we switch it on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to us. It is off for every client until you ask for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21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871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Enable project costing for your workspace.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1546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separate module from attendance, so nothing appears — and nothing changes for your people — until you ask.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EAF5F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2140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see afterwards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Projects screen under Workforce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017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column on your Roster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3520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Hours-per-project reporting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FAFB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457200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people see no change at all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956048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are visible to administrators and supervisors only. Nothing about the kiosk, the punch screen or an employee's own app changes — they never see a project list and are never asked to pick one.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· STEP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it up — create a project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› Projects › Add Project.  Only the name is required.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66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name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21031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059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“Tower A — lift overhaul”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20665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601200" y="21031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45059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Active projects collect hours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32552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from / until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69080" y="329184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63931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punches inside the dates count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310896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32552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hours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0" y="329184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63931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you the 93% figure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4439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/ PO number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069080" y="44805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482803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your client calls it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429768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4F6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0" y="444398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ID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44805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828032"/>
            <a:ext cx="4709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PRJ-0001 — nobody types one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577840"/>
            <a:ext cx="10881360" cy="960120"/>
          </a:xfrm>
          <a:prstGeom prst="roundRect">
            <a:avLst>
              <a:gd name="adj" fmla="val 8571"/>
            </a:avLst>
          </a:prstGeom>
          <a:solidFill>
            <a:srgbClr val="FAFB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760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and budget sit behind “add more”, so creating a project is one field. Status is what you use as work moves on: set a project to Completed and it stops collecting hours that day, with nothing else to undo.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· STEP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it up — say where its hours come from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card on the project, with the four steps shown in order.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9F0F7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48840"/>
            <a:ext cx="411480" cy="411480"/>
          </a:xfrm>
          <a:prstGeom prst="ellipse">
            <a:avLst/>
          </a:prstGeom>
          <a:solidFill>
            <a:srgbClr val="2F6DA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762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6D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roster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18541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here — shows who a supervisor has put on this project. Set on the Roster.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944368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AF5F0"/>
          </a:solidFill>
          <a:ln/>
        </p:spPr>
      </p:sp>
      <p:sp>
        <p:nvSpPr>
          <p:cNvPr id="11" name="Shape 9"/>
          <p:cNvSpPr/>
          <p:nvPr/>
        </p:nvSpPr>
        <p:spPr>
          <a:xfrm>
            <a:off x="868680" y="3172968"/>
            <a:ext cx="411480" cy="411480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1729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3200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9E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20954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employees on this project. They carry it wherever they punch.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FEDF9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197096"/>
            <a:ext cx="411480" cy="411480"/>
          </a:xfrm>
          <a:prstGeom prst="ellipse">
            <a:avLst/>
          </a:prstGeom>
          <a:solidFill>
            <a:srgbClr val="6A5BC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4197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A5B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Shifts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2336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a shift if a whole shift belongs to this project.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DF3E2"/>
          </a:solidFill>
          <a:ln/>
        </p:spPr>
      </p:sp>
      <p:sp>
        <p:nvSpPr>
          <p:cNvPr id="21" name="Shape 19"/>
          <p:cNvSpPr/>
          <p:nvPr/>
        </p:nvSpPr>
        <p:spPr>
          <a:xfrm>
            <a:off x="868680" y="5221224"/>
            <a:ext cx="411480" cy="411480"/>
          </a:xfrm>
          <a:prstGeom prst="ellipse">
            <a:avLst/>
          </a:prstGeom>
          <a:solidFill>
            <a:srgbClr val="BA751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5221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52486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A75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52578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sites. Used only when nothing above applies.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080760"/>
            <a:ext cx="10881360" cy="685800"/>
          </a:xfrm>
          <a:prstGeom prst="roundRect">
            <a:avLst>
              <a:gd name="adj" fmla="val 12000"/>
            </a:avLst>
          </a:prstGeom>
          <a:solidFill>
            <a:srgbClr val="FAFB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400" y="624535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nothing and the project simply collects nothing — that is a valid setup. Long lists get a search box, and anything you have already ticked stays pinned at the top.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sees what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sit alongside your existing Workforce permissions.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4086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administrator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28600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edits projects, links them, sets budgets, sees all hours.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46120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F4F6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5753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supervisors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35204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projects and hours, and put their people on them via the roster. Cannot create or delete a project.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480560"/>
            <a:ext cx="10881360" cy="1024128"/>
          </a:xfrm>
          <a:prstGeom prst="roundRect">
            <a:avLst>
              <a:gd name="adj" fmla="val 8036"/>
            </a:avLst>
          </a:prstGeom>
          <a:solidFill>
            <a:srgbClr val="FAFB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48097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7A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employees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840480" y="475488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nothing. No project list on the kiosk, on the punch screen, or in their own app.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76072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FAFB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59436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per project are worked out from the same attendance record as the timesheet, using your own break rules — so the two screens can never disagree with each other.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BA75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B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Available now, and what follows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optional. You take only the ones you need.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EAF5F0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2304288"/>
            <a:ext cx="420624" cy="420624"/>
          </a:xfrm>
          <a:prstGeom prst="ellipse">
            <a:avLst/>
          </a:prstGeom>
          <a:solidFill>
            <a:srgbClr val="1D9E7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15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per project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have seen in this deck.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3756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3592" y="230428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9359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per project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hours cost you.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2648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18" name="Shape 16"/>
          <p:cNvSpPr/>
          <p:nvPr/>
        </p:nvSpPr>
        <p:spPr>
          <a:xfrm>
            <a:off x="6382512" y="230428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Billing &amp; margin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charge, and what you make.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915400" y="2057400"/>
            <a:ext cx="2606040" cy="3017520"/>
          </a:xfrm>
          <a:prstGeom prst="roundRect">
            <a:avLst>
              <a:gd name="adj" fmla="val 3158"/>
            </a:avLst>
          </a:prstGeom>
          <a:solidFill>
            <a:srgbClr val="FAFBFC"/>
          </a:solidFill>
          <a:ln/>
        </p:spPr>
      </p:sp>
      <p:sp>
        <p:nvSpPr>
          <p:cNvPr id="24" name="Shape 22"/>
          <p:cNvSpPr/>
          <p:nvPr/>
        </p:nvSpPr>
        <p:spPr>
          <a:xfrm>
            <a:off x="9171432" y="2304288"/>
            <a:ext cx="420624" cy="420624"/>
          </a:xfrm>
          <a:prstGeom prst="ellipse">
            <a:avLst/>
          </a:prstGeom>
          <a:solidFill>
            <a:srgbClr val="D4DBE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71432" y="2304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4692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171432" y="2907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8A97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sign-off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171432" y="365760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Timesheets your client approves.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26364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A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you don't take appears in your workspace — an attendance-only client never sees a rate field.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people already punch in.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costing just asks what for.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E0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started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70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Ask us to switch it 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4370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 your live projects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919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Say where each one's hours come from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4919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B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Use the roster for day-to-day exceptions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WFM Project Costing</dc:title>
  <dc:subject>PptxGenJS Presentation</dc:subject>
  <dc:creator>BPMSquare</dc:creator>
  <cp:lastModifiedBy>BPMSquare</cp:lastModifiedBy>
  <cp:revision>1</cp:revision>
  <dcterms:created xsi:type="dcterms:W3CDTF">2026-09-04T16:06:55Z</dcterms:created>
  <dcterms:modified xsi:type="dcterms:W3CDTF">2026-09-04T16:06:55Z</dcterms:modified>
</cp:coreProperties>
</file>