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1 of project costing: attribution only. No rates, no billing.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the reconciliation point matters — project hours use the same engine and the same break-deduction setting as the timesheet, so the two screens can never contradict each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8745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0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Management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286000"/>
            <a:ext cx="10058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Costing</a:t>
            </a:r>
            <a:endParaRPr lang="en-US" sz="56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5204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attendance punches into hours per job — without asking anyone to fill in a timesheet.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58064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8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BPMSquare  ·  September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question, answered from data you already collect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many hours did we actually put into that job?”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9748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punch already records who, when and where. Project costing adds one more fact — what for — and the hours roll up on their own.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3886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taps at the kiosk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sets it on the roster; the punch inherits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251960" y="37033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26280" y="3886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2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dropdown to configure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983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none at all, when a site runs a single project.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55280" y="3703320"/>
            <a:ext cx="3429000" cy="1965960"/>
          </a:xfrm>
          <a:prstGeom prst="roundRect">
            <a:avLst>
              <a:gd name="adj" fmla="val 4186"/>
            </a:avLst>
          </a:prstGeom>
          <a:solidFill>
            <a:srgbClr val="F4F6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0" y="3886200"/>
            <a:ext cx="1280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2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0" y="468172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ways a punch is attributed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498348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Roster, site default, or flagged as unassigned.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punch gets its project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 wins. Every punch is stamped once, at the moment it happens.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95728"/>
            <a:ext cx="457200" cy="457200"/>
          </a:xfrm>
          <a:prstGeom prst="ellipse">
            <a:avLst/>
          </a:prstGeom>
          <a:solidFill>
            <a:srgbClr val="E09A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3957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221284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Roster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63347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supervisor rostered this person to a project for the day.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766560" y="2423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instruction — always wins.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42900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/>
        </p:spPr>
      </p:sp>
      <p:sp>
        <p:nvSpPr>
          <p:cNvPr id="12" name="Shape 10"/>
          <p:cNvSpPr/>
          <p:nvPr/>
        </p:nvSpPr>
        <p:spPr>
          <a:xfrm>
            <a:off x="914400" y="3813048"/>
            <a:ext cx="457200" cy="457200"/>
          </a:xfrm>
          <a:prstGeom prst="ellipse">
            <a:avLst/>
          </a:prstGeom>
          <a:solidFill>
            <a:srgbClr val="E09A2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630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Site default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405079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 has exactly one active project on that date.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766560" y="38404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Automatic. Nothing to configure.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0881360" cy="1207008"/>
          </a:xfrm>
          <a:prstGeom prst="roundRect">
            <a:avLst>
              <a:gd name="adj" fmla="val 6818"/>
            </a:avLst>
          </a:prstGeom>
          <a:solidFill>
            <a:srgbClr val="F4F6F8"/>
          </a:solidFill>
          <a:ln/>
        </p:spPr>
      </p:sp>
      <p:sp>
        <p:nvSpPr>
          <p:cNvPr id="18" name="Shape 16"/>
          <p:cNvSpPr/>
          <p:nvPr/>
        </p:nvSpPr>
        <p:spPr>
          <a:xfrm>
            <a:off x="914400" y="5230368"/>
            <a:ext cx="457200" cy="457200"/>
          </a:xfrm>
          <a:prstGeom prst="ellipse">
            <a:avLst/>
          </a:prstGeom>
          <a:solidFill>
            <a:srgbClr val="E09A2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600200" y="5047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Unassigned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46811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 share the site, or there is no site.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5257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Flagged for the supervisor, never guessed.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Stamped, never recomputed — changing a roster tomorrow cannot move yesterday's hours.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RESEARCH SAID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geofence doesn't decide the project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SAP, UKG/Kronos, ADP, Workday, ClockShark and busybusy all separate the two — including the GPS-native tools built on geofenced sites.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606040"/>
            <a:ext cx="420624" cy="420624"/>
          </a:xfrm>
          <a:prstGeom prst="ellipse">
            <a:avLst/>
          </a:prstGeom>
          <a:solidFill>
            <a:srgbClr val="1D9E7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81328" y="26334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D9E7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fence proves presence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154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Were they actually on site when they punched? That is what GPS can answer.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22860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606040"/>
            <a:ext cx="420624" cy="420624"/>
          </a:xfrm>
          <a:prstGeom prst="ellipse">
            <a:avLst/>
          </a:prstGeom>
          <a:solidFill>
            <a:srgbClr val="A32D2D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46520" y="26060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13448" y="263347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A32D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cannot name the job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315468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says where someone stood. It says nothing about what they worked on.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3708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site-as-project breaks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7316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projects can run at one site at once — the hours can't be split.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175504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project can span several sites — its hours scatter.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Sites outlive projects — editing the link would silently rewrite history.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Setting it up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steps, once. After that it runs off the punches people already make.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331720"/>
            <a:ext cx="420624" cy="420624"/>
          </a:xfrm>
          <a:prstGeom prst="ellipse">
            <a:avLst/>
          </a:prstGeom>
          <a:solidFill>
            <a:srgbClr val="E09A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3591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the module on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8803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› Tenants › Features — “Workforce — Project Costing”. Off by default, so nothing changes for tenants who don't buy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0574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0" y="2331720"/>
            <a:ext cx="420624" cy="420624"/>
          </a:xfrm>
          <a:prstGeom prst="ellipse">
            <a:avLst/>
          </a:prstGeom>
          <a:solidFill>
            <a:srgbClr val="E09A2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3317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949440" y="23591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the projects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8803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Workforce › Projects › Add Project. Name, optional job number, dates, and an optional budget in hours.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41148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868680" y="4389120"/>
            <a:ext cx="420624" cy="420624"/>
          </a:xfrm>
          <a:prstGeom prst="ellipse">
            <a:avLst/>
          </a:prstGeom>
          <a:solidFill>
            <a:srgbClr val="E09A2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4165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Link each project to its sites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868680" y="49377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project itself. One active project at a site means punches attribute automatically.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80760" y="4114800"/>
            <a:ext cx="5349240" cy="1828800"/>
          </a:xfrm>
          <a:prstGeom prst="roundRect">
            <a:avLst>
              <a:gd name="adj" fmla="val 4500"/>
            </a:avLst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0" y="4389120"/>
            <a:ext cx="420624" cy="420624"/>
          </a:xfrm>
          <a:prstGeom prst="ellipse">
            <a:avLst/>
          </a:prstGeom>
          <a:solidFill>
            <a:srgbClr val="E09A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0" y="43891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4416552"/>
            <a:ext cx="4297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Roster people to projects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493776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where a site runs more than one project — otherwise skip it entirely.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get back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4F6F8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21408"/>
            <a:ext cx="420624" cy="420624"/>
          </a:xfrm>
          <a:prstGeom prst="ellipse">
            <a:avLst/>
          </a:prstGeom>
          <a:solidFill>
            <a:srgbClr val="1522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21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572768" y="19202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per project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572768" y="2313432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to date, 90 days or a year — split by project, with headcount and session count beside each figure.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172968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4F6F8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3602736"/>
            <a:ext cx="420624" cy="420624"/>
          </a:xfrm>
          <a:prstGeom prst="ellipse">
            <a:avLst/>
          </a:prstGeom>
          <a:solidFill>
            <a:srgbClr val="1522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36027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572768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3794760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a project carries a budget in hours, the percentage consumed, and a clear marker once it goes over.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548640" y="4654296"/>
            <a:ext cx="10881360" cy="1280160"/>
          </a:xfrm>
          <a:prstGeom prst="roundRect">
            <a:avLst>
              <a:gd name="adj" fmla="val 6429"/>
            </a:avLst>
          </a:prstGeom>
          <a:solidFill>
            <a:srgbClr val="F4F6F8"/>
          </a:solidFill>
          <a:ln/>
        </p:spPr>
      </p:sp>
      <p:sp>
        <p:nvSpPr>
          <p:cNvPr id="15" name="Shape 13"/>
          <p:cNvSpPr/>
          <p:nvPr/>
        </p:nvSpPr>
        <p:spPr>
          <a:xfrm>
            <a:off x="914400" y="5084064"/>
            <a:ext cx="420624" cy="420624"/>
          </a:xfrm>
          <a:prstGeom prst="ellipse">
            <a:avLst/>
          </a:prstGeom>
          <a:solidFill>
            <a:srgbClr val="E09A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50840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572768" y="488289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BA75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Unassigned, in plain sight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1572768" y="52760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nobody attributed are shown with the same weight as everything else — because if most hours are unattributed, that is the headline.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626364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duration reads as h:mm — 12h 59m, never 12.98.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40" kern="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B27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in layers — nobody gets what they didn't buy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level is its own switch. An attendance-only client never sees a rate field.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395728"/>
            <a:ext cx="420624" cy="420624"/>
          </a:xfrm>
          <a:prstGeom prst="ellipse">
            <a:avLst/>
          </a:prstGeom>
          <a:solidFill>
            <a:srgbClr val="E09A2B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04672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20" kern="0" dirty="0">
                <a:solidFill>
                  <a:srgbClr val="1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522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Attribution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per project.</a:t>
            </a:r>
            <a:endParaRPr lang="en-US" sz="13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money anywhere.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337560" y="21488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AFBFC"/>
          </a:solidFill>
          <a:ln/>
        </p:spPr>
      </p:sp>
      <p:sp>
        <p:nvSpPr>
          <p:cNvPr id="12" name="Shape 10"/>
          <p:cNvSpPr/>
          <p:nvPr/>
        </p:nvSpPr>
        <p:spPr>
          <a:xfrm>
            <a:off x="3593592" y="2395728"/>
            <a:ext cx="420624" cy="420624"/>
          </a:xfrm>
          <a:prstGeom prst="ellipse">
            <a:avLst/>
          </a:prstGeom>
          <a:solidFill>
            <a:srgbClr val="D4DBE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593592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20" kern="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3593592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97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rates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593592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hours cost you, per project.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26480" y="21488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AFB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382512" y="2395728"/>
            <a:ext cx="420624" cy="420624"/>
          </a:xfrm>
          <a:prstGeom prst="ellipse">
            <a:avLst/>
          </a:prstGeom>
          <a:solidFill>
            <a:srgbClr val="D4DBE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82512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20" kern="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82512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97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Rate cards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382512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margin and utilisation.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15400" y="2148840"/>
            <a:ext cx="2606040" cy="3017520"/>
          </a:xfrm>
          <a:prstGeom prst="roundRect">
            <a:avLst>
              <a:gd name="adj" fmla="val 3158"/>
            </a:avLst>
          </a:prstGeom>
          <a:solidFill>
            <a:srgbClr val="FAFBFC"/>
          </a:solidFill>
          <a:ln/>
        </p:spPr>
      </p:sp>
      <p:sp>
        <p:nvSpPr>
          <p:cNvPr id="24" name="Shape 22"/>
          <p:cNvSpPr/>
          <p:nvPr/>
        </p:nvSpPr>
        <p:spPr>
          <a:xfrm>
            <a:off x="9171432" y="2395728"/>
            <a:ext cx="420624" cy="420624"/>
          </a:xfrm>
          <a:prstGeom prst="ellipse">
            <a:avLst/>
          </a:prstGeom>
          <a:solidFill>
            <a:srgbClr val="D4DBE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171432" y="2395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5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9692640" y="2468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120" kern="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171432" y="301752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97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 approval</a:t>
            </a:r>
            <a:endParaRPr lang="en-US" sz="1900" dirty="0"/>
          </a:p>
        </p:txBody>
      </p:sp>
      <p:sp>
        <p:nvSpPr>
          <p:cNvPr id="28" name="Text 26"/>
          <p:cNvSpPr txBox="1"/>
          <p:nvPr/>
        </p:nvSpPr>
        <p:spPr>
          <a:xfrm>
            <a:off x="9171432" y="3520440"/>
            <a:ext cx="2148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Invoice-ready timesheets.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55778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i="1" dirty="0">
                <a:solidFill>
                  <a:srgbClr val="6B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market: overtime multipliers, Ramadan hours and WPS payroll files are separate features on the same foundation — the data model already leaves room for them.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522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920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09A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377440"/>
            <a:ext cx="10241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people already punch in.</a:t>
            </a:r>
            <a:endParaRPr lang="en-US" sz="40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costing just asks what for.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343400"/>
            <a:ext cx="8595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00"/>
              </a:lnSpc>
              <a:buNone/>
            </a:pPr>
            <a:r>
              <a:rPr lang="en-US" sz="1600" dirty="0">
                <a:solidFill>
                  <a:srgbClr val="AFBD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timesheets. No extra step at the kiosk. Hours per job that reconcile exactly with the same period's attendance.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WFM Project Costing</dc:title>
  <dc:subject>PptxGenJS Presentation</dc:subject>
  <dc:creator>BPMSquare</dc:creator>
  <cp:lastModifiedBy>BPMSquare</cp:lastModifiedBy>
  <cp:revision>1</cp:revision>
  <dcterms:created xsi:type="dcterms:W3CDTF">2026-09-03T18:49:31Z</dcterms:created>
  <dcterms:modified xsi:type="dcterms:W3CDTF">2026-09-03T18:49:31Z</dcterms:modified>
</cp:coreProperties>
</file>