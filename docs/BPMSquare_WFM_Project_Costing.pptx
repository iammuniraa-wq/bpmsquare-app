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83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Management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Costing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015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how many hours went into each job — without anyone filling in a timesheet.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BPMSquare  ·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it answers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many hours did we actually put into that job?”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59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tells you someone worked 9 hours.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91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tell you which job those 9 hours went to.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840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job hours get rebuilt by hand, from memory, at month end.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21488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EAF5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359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project costing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743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punch also records which job it was for.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291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add up per job on their own, as people work.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840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end is a screen you open, not a spreadsheet you rebuild.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00600"/>
            <a:ext cx="10881360" cy="1143000"/>
          </a:xfrm>
          <a:prstGeom prst="roundRect">
            <a:avLst>
              <a:gd name="adj" fmla="val 7200"/>
            </a:avLst>
          </a:prstGeom>
          <a:solidFill>
            <a:srgbClr val="FAFB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98348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changes for the people punching.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35838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screen, no extra tap, no timesheet. They punch exactly as they do now — the job is worked out for them.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helps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extra fact on a punch, and four different people stop guessing.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06040" cy="370332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&amp;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jobs are eating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labour?”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 unprofitable job while it is still running, not at year 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920240"/>
            <a:ext cx="2606040" cy="370332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1188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job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track?”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used against the hours budgeted, and who has been on it.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920240"/>
            <a:ext cx="2606040" cy="370332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 &amp;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billing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 we invoice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month?”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per job, ready to bill — instead of a spreadsheet rebuilt by hand.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15400" y="1920240"/>
            <a:ext cx="2606040" cy="3703320"/>
          </a:xfrm>
          <a:prstGeom prst="roundRect">
            <a:avLst>
              <a:gd name="adj" fmla="val 3158"/>
            </a:avLst>
          </a:prstGeom>
          <a:solidFill>
            <a:srgbClr val="FDF3E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8972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am I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for?”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18972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backed by real punches with time, place and photo behind them.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needs no new data collection — it is the attendance you already capture, asked a better question.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example we'll follow through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maintenance contractor with two client jobs running at the same time.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94560"/>
            <a:ext cx="457200" cy="457200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23113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Tower 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7889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 runs here: Lift overhaul.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1546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320 hours     ·     Team: Ravi, Anil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56616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 case.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192024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19456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23113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Metro Depot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7889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jobs run here at once: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1546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service   ·   Panel rewiring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56616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that needs a decision.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AFB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553712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three people, punching exactly as they do today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937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Ravi, Anil and Meena arrive on site and punch in at the kiosk with their face, as they always have. Nobody chooses a job, types a code, or fills in anything. The next three slides show what happens behind that punch.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· CASE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Tower A — one job at the site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set up beyond naming the job. This covers most sites.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60320" cy="1965960"/>
          </a:xfrm>
          <a:prstGeom prst="roundRect">
            <a:avLst>
              <a:gd name="adj" fmla="val 4186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Ravi punches 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A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08:55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788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383280" y="1965960"/>
            <a:ext cx="2560320" cy="1965960"/>
          </a:xfrm>
          <a:prstGeom prst="roundRect">
            <a:avLst>
              <a:gd name="adj" fmla="val 4186"/>
            </a:avLst>
          </a:prstGeom>
          <a:solidFill>
            <a:srgbClr val="EAF5F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221284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job runs</a:t>
            </a:r>
            <a:endParaRPr lang="en-US" sz="16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Tower 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overhaul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2788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2560320" cy="1965960"/>
          </a:xfrm>
          <a:prstGeom prst="roundRect">
            <a:avLst>
              <a:gd name="adj" fmla="val 4186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221284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Ravi punches out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A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823960" y="2788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052560" y="1965960"/>
            <a:ext cx="2560320" cy="1965960"/>
          </a:xfrm>
          <a:prstGeom prst="roundRect">
            <a:avLst>
              <a:gd name="adj" fmla="val 4186"/>
            </a:avLst>
          </a:prstGeom>
          <a:solidFill>
            <a:srgbClr val="EAF5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35440" y="221284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9h 15m added to</a:t>
            </a:r>
            <a:endParaRPr lang="en-US" sz="16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 overhaul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AFB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407408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needed no decision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791456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A has exactly one job running on that date, so there is nothing to choose between — every punch made there belongs to the lift overhaul. You set this up once, when you create the job, by ticking Tower A as one of its sites.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Anil's punches the same day land on the same job, the same way.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· CASE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Metro Depot — two jobs at one site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location alone cannot answer the question, someone has to say.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DF3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214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nobody says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4203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Meena punches in at Metro Depot. Two jobs are live there — annual service and panel rewiring — and her punch cannot tell them apart.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0156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8h 40m is listed as Unassigned.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30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guessed. A wrong job is invisible; a blank one is not.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19202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EAF5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1214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supervisor says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4203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roster, the supervisor puts Meena on panel rewiring for the week — the same screen already used to set her shift.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40156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hours now land on panel rewiring.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730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dropdown, once a week. Meena does nothing differently.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3484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61772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rule is simply: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01091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roster names a job, that wins.   If not, and the site has one live job, that one is used.   Otherwise it waits, marked Unassigned, for someone to say.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· THE 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of the month — what you open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spreadsheet was rebuilt. This is the same attendance, grouped by job.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396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 overhaul — Tower 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214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296h 40m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52360" y="2176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320h budget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21671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52928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072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Panel rewiring — Metro Depot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0540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184h 20m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31089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budget set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784080" y="309981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85616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05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service — Metro Depot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9867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77h 10m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404164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budget set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784080" y="40325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person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18304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DF3E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937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Unassigned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49194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12h 30m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497433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decision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96519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person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7607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AFB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92531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owner learns in ten seconds:  the lift overhaul has used 93% of its budget and is not finished  ·  the depot is costing more in labour than the annual service contract assumed  ·  12 hours are still unattributed and someone should say where they belong.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· 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it up — first, we switch it on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to us. It is off for every client until you ask for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21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871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Enable project costing for your workspace.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1546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separate module from attendance, so nothing appears — and nothing changes for your people — until you ask for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EAF5F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2140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see afterwards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Projects screen under Workforce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017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column on your Roster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520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Hours-per-job reporting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FAFB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57200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people see no change at all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956048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are visible to administrators and supervisors only. Nothing about the kiosk, the punch screen or an employee's own app changes — they never see a job list and are never asked to pick one.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· 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it up — then you add your jobs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› Projects › Add Project.  Only the name is required.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66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name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21031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059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“Lift overhaul — Tower A”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2066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job / contract no.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21031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45059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your client calls 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32552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69080" y="329184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63931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Active jobs collect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310896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32552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and end date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0" y="329184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63931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job runs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44439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hours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069080" y="44805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82803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you the 93% figure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429768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0" y="44439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44805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82803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worked — see step 3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57784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FAFB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760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job's ID is created for you — nobody types one. Status is what you use as work moves on: set a job to Completed and it stops collecting hours from that day, with nothing else to undo.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· STEPS 3 AND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it up — sites, then the roster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sites only need step 3. Step 4 is for sites like Metro Depot.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3474720"/>
          </a:xfrm>
          <a:prstGeom prst="roundRect">
            <a:avLst>
              <a:gd name="adj" fmla="val 2368"/>
            </a:avLst>
          </a:prstGeom>
          <a:solidFill>
            <a:srgbClr val="EAF5F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94560"/>
            <a:ext cx="457200" cy="457200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23113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 where the job is worked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7889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job itself, tick its sites. A site with one live job collects every punch made there automatically.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6576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A: done. Nothing else to set.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04164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most clients this is the whole configuration — and there is nothing for the workforce to remember.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920240"/>
            <a:ext cx="5349240" cy="3474720"/>
          </a:xfrm>
          <a:prstGeom prst="roundRect">
            <a:avLst>
              <a:gd name="adj" fmla="val 2368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19456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23113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Roster people to a job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7889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Roster, pick the people and the dates, then choose the job — the same screen you already use to set shifts.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6576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Depot: needed, because two jobs run there.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04164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can do this themselves. Skip it entirely for any site running a single job.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marked as a day off never carries a job — there is no work to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sees what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sit alongside your existing Workforce permissions.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4086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administrator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35915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edits jobs, ticks their sites, sets budgets, sees all hours.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5753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supervisors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359359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jobs and hours, and roster their people onto them. Cannot create or delete a job.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480560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FAFB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48097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A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employees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482803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nothing. No job list on the kiosk, on the punch screen, or in their own app.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76072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AFB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59436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per job are worked out from the same attendance record as the timesheet, using your own break rules — so the two screens can never disagree with each other.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Available now, and what follows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optional. You take only the ones you need.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EAF5F0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304288"/>
            <a:ext cx="420624" cy="420624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07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per job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6576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seen in this deck.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37560" y="205740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3592" y="230428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93592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2907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per job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36576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hours cost you.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26480" y="205740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382512" y="230428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382512" y="2907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Billing &amp; margin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36576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charge, and what you make.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915400" y="205740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24" name="Shape 22"/>
          <p:cNvSpPr/>
          <p:nvPr/>
        </p:nvSpPr>
        <p:spPr>
          <a:xfrm>
            <a:off x="9171432" y="230428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71432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4692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2907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sign-off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171432" y="36576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Timesheets your client approves.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you don't take appears in your workspace — an attendance-only client never sees a rate field.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people already punch in.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costing just asks what for.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70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Ask us to switch it 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4370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 your live jobs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9194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Tick where each job is worked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49194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Use the roster only where a site has two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WFM Project Costing</dc:title>
  <dc:subject>PptxGenJS Presentation</dc:subject>
  <dc:creator>BPMSquare</dc:creator>
  <cp:lastModifiedBy>BPMSquare</cp:lastModifiedBy>
  <cp:revision>1</cp:revision>
  <dcterms:created xsi:type="dcterms:W3CDTF">2026-09-04T07:25:10Z</dcterms:created>
  <dcterms:modified xsi:type="dcterms:W3CDTF">2026-09-04T07:25:10Z</dcterms:modified>
</cp:coreProperties>
</file>