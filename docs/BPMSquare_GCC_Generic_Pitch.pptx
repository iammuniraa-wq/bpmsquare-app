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61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everything a mid-size service or trading company runs on, in one place, without stitching five tools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contact line with the local partner or reseller when presenting through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BPMSquare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OS for growing service and trading companies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Pricing · Service · Workforce · Marketing · AI — one workspace, one login, one truth.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companies in the GCC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growing companies run on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WhatsApp, an accounting package and memory. It works — until it doesn't.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10512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202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92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take days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665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looked up by hand, margins are a guess, and the customer waits.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810512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9202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792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sees the pipeline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0665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deals are live, what they are worth and who owns them lives in people's heads.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8328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552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teams are unaccounted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52958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overtime and site hours are reconciled at month end, by argument.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73552"/>
            <a:ext cx="45720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832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552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everywhere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52958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 is split across inboxes, phones and folders. Nothing joins up.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 for the whole business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that share the same customers, products, people and history. Buy what you need; add the rest later.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04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quotes, options, PDFs, e-mail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404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prices, margin guardrails, supplier RFQs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938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404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inspections, AMC contracts, work orders, dispatch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4472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app, rosters, leave, overtime, project hours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4472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segments, leads, partners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63640" y="33375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4472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310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AI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6364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search, comments, ask-your-data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Sales: from enquiry to signed quote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 board that leads straight into a quote the customer can say yes 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901952" y="1600200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4884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93592" y="1600200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4048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84048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285232" y="1600200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53212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53212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e-mail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6976872" y="160020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23760" y="14630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22376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39572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5156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board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1051560" y="25420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by stage, drag to move, value and win probability at a glance. A lead or a deal is optional — a quote can start on its own.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663440" y="228600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39572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780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customers understand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5257800" y="25420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options side by side, quantity offers to upsell, and you decide what prints on the PDF.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8444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5156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typing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1051560" y="37307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lines from the catalogue, from previous quotes to the same customer, from an Excel the customer sent, or describe the job and let AI draft them.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663440" y="3474720"/>
            <a:ext cx="457200" cy="4572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58444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25780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quote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5257800" y="373075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e-mails and files stored with the quote. Sent, opened, accepted — all logged.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engine: the right price, every line, one click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companies that quote from cost — equipment, spares, service contracts, engineered products.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every line of the quote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36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below the margin floor cannot be sent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36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shows how it was built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9864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2770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pricing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0449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labour, freight, duty and margin bands — configured once, applied to every product.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278892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89864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57800" y="2770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RFQs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257800" y="30449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cost? Send a request to the supplier from the quote line; the reply becomes the cost.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5876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5156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not guesswork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51560" y="40050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are visible, never silent. Anything under the floor waits for approval.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663440" y="374904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85876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25780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quantity breaks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257800" y="40050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carries its own break quantities, kept locally or synced from your ERP.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Service: every job, from complaint to invoice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companies that maintain, repair and install — with contracts to honour and technicians to route.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and inspections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810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complaint, inspect on site with photos, quote the fix.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441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313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contracts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5877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or non-comprehensive plans, renewals and visits due — never missed.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186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090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and dispatch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3649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technicians, see who is where, close the job with the customer's sign-off.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9959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867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4142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from the quote, or time-and-material from logged hours.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9280" y="155448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89788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journey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943600" y="221284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217920" y="2121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opened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943600" y="257860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21792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report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943600" y="294436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21792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accepted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943600" y="331012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217920" y="32186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scheduled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943600" y="367588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21792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done, signed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943600" y="4041648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21792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raised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Workforce: attendance you can trust, hours you can bill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app for the crew, a live board for supervisors, a clean summary for payroll.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app with geofence and selfie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39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punch in at the site, on their own phone. Tamper-evident records nobody can edit.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8928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Rosters, leave and overtime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039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Shifts, week-offs, leave requests and overtime approvals in one flow. Night and cross-midnight shifts handled.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 and corrections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5021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is in, on break or out — right now. Missed punches are corrected through approval, never overwritten.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558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hours to invoice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5021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land on projects and sub-projects; raise the period invoice from real hours at agreed rates.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Nova: AI where it saves real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your people decide. Prices and ratings are always explainable — never a black box.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10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job, get the lines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84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"Install three split ACs and set up an annual AMC" becomes line items in seconds.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810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084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questions over accounts, quotes, cases and hours — through the assistant or the API.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on every record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502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with @mentions, an inbox, and ⌘K to jump anywhere or create anything.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52233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558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anything, get a record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502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 e-mail or paste a spec; Nova drafts the account, product or lead for you to confirm.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four weeks, on your own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at a time, validated by your team at each step.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on your domain, users and roles. Import accounts, contacts, products and open quotes from your spreadsheets.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 for your top products, quote templates on your letterhead, the first real quotes sent.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matters most: service cases and contracts, or the attendance app on the crew's phones.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6002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4688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the first month-end close, and the GCC roadmap items scoped and dated.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Commercials: per-user, per-module subscription. The pilot is a fixed fee, credited against the first year.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us a scenario and we will run through a demo. 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45-minute demo on your own products and prices. No slides — the working system.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91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bpmsquare.com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· The Business 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1127</Words>
  <Application>Microsoft Office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BPMSquare — Business OS</dc:title>
  <dc:subject>PptxGenJS Presentation</dc:subject>
  <dc:creator>BPMSquare</dc:creator>
  <cp:lastModifiedBy>Abdul Nandalpad</cp:lastModifiedBy>
  <cp:revision>4</cp:revision>
  <dcterms:created xsi:type="dcterms:W3CDTF">2026-09-06T13:06:42Z</dcterms:created>
  <dcterms:modified xsi:type="dcterms:W3CDTF">2026-09-06T13:18:25Z</dcterms:modified>
</cp:coreProperties>
</file>